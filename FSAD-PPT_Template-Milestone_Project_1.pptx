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AC537-2AF5-4EC8-A808-D9B3E16E4B4D}" v="38" dt="2026-03-08T17:58:40.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saiaakash@gmail.com" userId="e3007ea55add1775" providerId="LiveId" clId="{02D1AF87-DC3A-49BD-A836-78A7D72162CF}"/>
    <pc:docChg chg="undo custSel addSld delSld modSld">
      <pc:chgData name="mvsaiaakash@gmail.com" userId="e3007ea55add1775" providerId="LiveId" clId="{02D1AF87-DC3A-49BD-A836-78A7D72162CF}" dt="2026-03-22T06:36:19.693" v="399" actId="14100"/>
      <pc:docMkLst>
        <pc:docMk/>
      </pc:docMkLst>
      <pc:sldChg chg="modSp mod">
        <pc:chgData name="mvsaiaakash@gmail.com" userId="e3007ea55add1775" providerId="LiveId" clId="{02D1AF87-DC3A-49BD-A836-78A7D72162CF}" dt="2026-03-09T02:29:40.147" v="390" actId="20577"/>
        <pc:sldMkLst>
          <pc:docMk/>
          <pc:sldMk cId="0" sldId="256"/>
        </pc:sldMkLst>
        <pc:spChg chg="mod">
          <ac:chgData name="mvsaiaakash@gmail.com" userId="e3007ea55add1775" providerId="LiveId" clId="{02D1AF87-DC3A-49BD-A836-78A7D72162CF}" dt="2026-03-09T02:28:43.617" v="315" actId="20577"/>
          <ac:spMkLst>
            <pc:docMk/>
            <pc:sldMk cId="0" sldId="256"/>
            <ac:spMk id="13" creationId="{7FFE0DA2-4723-7C13-5FD7-FC99B0394DDD}"/>
          </ac:spMkLst>
        </pc:spChg>
        <pc:spChg chg="mod">
          <ac:chgData name="mvsaiaakash@gmail.com" userId="e3007ea55add1775" providerId="LiveId" clId="{02D1AF87-DC3A-49BD-A836-78A7D72162CF}" dt="2026-03-08T08:21:01.991" v="68" actId="20577"/>
          <ac:spMkLst>
            <pc:docMk/>
            <pc:sldMk cId="0" sldId="256"/>
            <ac:spMk id="14" creationId="{EA8EEF4A-EB43-B7D9-87FC-7C7D752BCA78}"/>
          </ac:spMkLst>
        </pc:spChg>
        <pc:spChg chg="mod">
          <ac:chgData name="mvsaiaakash@gmail.com" userId="e3007ea55add1775" providerId="LiveId" clId="{02D1AF87-DC3A-49BD-A836-78A7D72162CF}" dt="2026-03-08T08:21:43.861" v="123" actId="20577"/>
          <ac:spMkLst>
            <pc:docMk/>
            <pc:sldMk cId="0" sldId="256"/>
            <ac:spMk id="15" creationId="{6FF32D1A-2F9C-AC53-CCBD-ABF748DF236F}"/>
          </ac:spMkLst>
        </pc:spChg>
        <pc:spChg chg="mod">
          <ac:chgData name="mvsaiaakash@gmail.com" userId="e3007ea55add1775" providerId="LiveId" clId="{02D1AF87-DC3A-49BD-A836-78A7D72162CF}" dt="2026-03-09T02:29:40.147" v="390" actId="20577"/>
          <ac:spMkLst>
            <pc:docMk/>
            <pc:sldMk cId="0" sldId="256"/>
            <ac:spMk id="16" creationId="{A7AA51DE-E8D7-A1B4-BC0D-B25C8A0C467A}"/>
          </ac:spMkLst>
        </pc:spChg>
        <pc:spChg chg="mod">
          <ac:chgData name="mvsaiaakash@gmail.com" userId="e3007ea55add1775" providerId="LiveId" clId="{02D1AF87-DC3A-49BD-A836-78A7D72162CF}" dt="2026-03-08T08:20:34.711" v="15" actId="20577"/>
          <ac:spMkLst>
            <pc:docMk/>
            <pc:sldMk cId="0" sldId="256"/>
            <ac:spMk id="27" creationId="{AC6C53BF-3850-6683-E07F-D595EC8B02B2}"/>
          </ac:spMkLst>
        </pc:spChg>
      </pc:sldChg>
      <pc:sldChg chg="modSp mod">
        <pc:chgData name="mvsaiaakash@gmail.com" userId="e3007ea55add1775" providerId="LiveId" clId="{02D1AF87-DC3A-49BD-A836-78A7D72162CF}" dt="2026-03-08T08:43:16.905" v="139" actId="123"/>
        <pc:sldMkLst>
          <pc:docMk/>
          <pc:sldMk cId="0" sldId="257"/>
        </pc:sldMkLst>
        <pc:spChg chg="mod">
          <ac:chgData name="mvsaiaakash@gmail.com" userId="e3007ea55add1775" providerId="LiveId" clId="{02D1AF87-DC3A-49BD-A836-78A7D72162CF}" dt="2026-03-08T08:43:16.905" v="139" actId="123"/>
          <ac:spMkLst>
            <pc:docMk/>
            <pc:sldMk cId="0" sldId="257"/>
            <ac:spMk id="3" creationId="{837E9E58-77B6-079D-9D0D-E380CADAD23D}"/>
          </ac:spMkLst>
        </pc:spChg>
      </pc:sldChg>
      <pc:sldChg chg="addSp delSp modSp mod">
        <pc:chgData name="mvsaiaakash@gmail.com" userId="e3007ea55add1775" providerId="LiveId" clId="{02D1AF87-DC3A-49BD-A836-78A7D72162CF}" dt="2026-03-08T08:46:18.683" v="178" actId="1076"/>
        <pc:sldMkLst>
          <pc:docMk/>
          <pc:sldMk cId="0" sldId="258"/>
        </pc:sldMkLst>
        <pc:spChg chg="add mod">
          <ac:chgData name="mvsaiaakash@gmail.com" userId="e3007ea55add1775" providerId="LiveId" clId="{02D1AF87-DC3A-49BD-A836-78A7D72162CF}" dt="2026-03-08T08:46:18.683" v="178" actId="1076"/>
          <ac:spMkLst>
            <pc:docMk/>
            <pc:sldMk cId="0" sldId="258"/>
            <ac:spMk id="4" creationId="{793E4812-A306-2A56-94F5-F6D6775D48C6}"/>
          </ac:spMkLst>
        </pc:spChg>
        <pc:spChg chg="add del mod">
          <ac:chgData name="mvsaiaakash@gmail.com" userId="e3007ea55add1775" providerId="LiveId" clId="{02D1AF87-DC3A-49BD-A836-78A7D72162CF}" dt="2026-03-08T08:44:48.209" v="164" actId="47"/>
          <ac:spMkLst>
            <pc:docMk/>
            <pc:sldMk cId="0" sldId="258"/>
            <ac:spMk id="48" creationId="{BDE2941C-1504-53F9-99B2-48002CA9A345}"/>
          </ac:spMkLst>
        </pc:spChg>
      </pc:sldChg>
      <pc:sldChg chg="addSp delSp modSp mod">
        <pc:chgData name="mvsaiaakash@gmail.com" userId="e3007ea55add1775" providerId="LiveId" clId="{02D1AF87-DC3A-49BD-A836-78A7D72162CF}" dt="2026-03-08T17:11:52.532" v="188"/>
        <pc:sldMkLst>
          <pc:docMk/>
          <pc:sldMk cId="0" sldId="259"/>
        </pc:sldMkLst>
        <pc:spChg chg="add mod">
          <ac:chgData name="mvsaiaakash@gmail.com" userId="e3007ea55add1775" providerId="LiveId" clId="{02D1AF87-DC3A-49BD-A836-78A7D72162CF}" dt="2026-03-08T17:11:51.771" v="186" actId="120"/>
          <ac:spMkLst>
            <pc:docMk/>
            <pc:sldMk cId="0" sldId="259"/>
            <ac:spMk id="2" creationId="{25D069FA-122B-7C24-7496-9D2120C28E0B}"/>
          </ac:spMkLst>
        </pc:spChg>
      </pc:sldChg>
      <pc:sldChg chg="addSp delSp modSp mod">
        <pc:chgData name="mvsaiaakash@gmail.com" userId="e3007ea55add1775" providerId="LiveId" clId="{02D1AF87-DC3A-49BD-A836-78A7D72162CF}" dt="2026-03-08T17:15:40.493" v="199" actId="47"/>
        <pc:sldMkLst>
          <pc:docMk/>
          <pc:sldMk cId="0" sldId="260"/>
        </pc:sldMkLst>
        <pc:spChg chg="add mod">
          <ac:chgData name="mvsaiaakash@gmail.com" userId="e3007ea55add1775" providerId="LiveId" clId="{02D1AF87-DC3A-49BD-A836-78A7D72162CF}" dt="2026-03-08T17:15:32.296" v="196" actId="14100"/>
          <ac:spMkLst>
            <pc:docMk/>
            <pc:sldMk cId="0" sldId="260"/>
            <ac:spMk id="2" creationId="{54CC734F-61EA-8EB3-A5A9-AC1BE74EB1C2}"/>
          </ac:spMkLst>
        </pc:spChg>
        <pc:spChg chg="add del mod">
          <ac:chgData name="mvsaiaakash@gmail.com" userId="e3007ea55add1775" providerId="LiveId" clId="{02D1AF87-DC3A-49BD-A836-78A7D72162CF}" dt="2026-03-08T17:15:40.493" v="199" actId="47"/>
          <ac:spMkLst>
            <pc:docMk/>
            <pc:sldMk cId="0" sldId="260"/>
            <ac:spMk id="48" creationId="{E8F19716-1653-9AE0-442E-B3829A585B46}"/>
          </ac:spMkLst>
        </pc:spChg>
      </pc:sldChg>
      <pc:sldChg chg="addSp delSp modSp mod">
        <pc:chgData name="mvsaiaakash@gmail.com" userId="e3007ea55add1775" providerId="LiveId" clId="{02D1AF87-DC3A-49BD-A836-78A7D72162CF}" dt="2026-03-08T17:23:13.614" v="207" actId="14100"/>
        <pc:sldMkLst>
          <pc:docMk/>
          <pc:sldMk cId="0" sldId="261"/>
        </pc:sldMkLst>
        <pc:spChg chg="mod">
          <ac:chgData name="mvsaiaakash@gmail.com" userId="e3007ea55add1775" providerId="LiveId" clId="{02D1AF87-DC3A-49BD-A836-78A7D72162CF}" dt="2026-03-08T17:15:42.514" v="200" actId="1076"/>
          <ac:spMkLst>
            <pc:docMk/>
            <pc:sldMk cId="0" sldId="261"/>
            <ac:spMk id="43" creationId="{25F9D4B0-38FE-DBA4-164D-1745B68379A5}"/>
          </ac:spMkLst>
        </pc:spChg>
        <pc:picChg chg="add mod">
          <ac:chgData name="mvsaiaakash@gmail.com" userId="e3007ea55add1775" providerId="LiveId" clId="{02D1AF87-DC3A-49BD-A836-78A7D72162CF}" dt="2026-03-08T17:23:13.614" v="207" actId="14100"/>
          <ac:picMkLst>
            <pc:docMk/>
            <pc:sldMk cId="0" sldId="261"/>
            <ac:picMk id="4" creationId="{28C7AE29-8B0D-E87E-F050-C134C3109370}"/>
          </ac:picMkLst>
        </pc:picChg>
      </pc:sldChg>
      <pc:sldChg chg="addSp modSp mod">
        <pc:chgData name="mvsaiaakash@gmail.com" userId="e3007ea55add1775" providerId="LiveId" clId="{02D1AF87-DC3A-49BD-A836-78A7D72162CF}" dt="2026-03-08T17:23:35.395" v="230"/>
        <pc:sldMkLst>
          <pc:docMk/>
          <pc:sldMk cId="0" sldId="262"/>
        </pc:sldMkLst>
        <pc:spChg chg="mod">
          <ac:chgData name="mvsaiaakash@gmail.com" userId="e3007ea55add1775" providerId="LiveId" clId="{02D1AF87-DC3A-49BD-A836-78A7D72162CF}" dt="2026-03-08T17:23:22.968" v="229" actId="20577"/>
          <ac:spMkLst>
            <pc:docMk/>
            <pc:sldMk cId="0" sldId="262"/>
            <ac:spMk id="50" creationId="{D04F3B99-A5D2-54DC-51CD-4E86A99D3EA2}"/>
          </ac:spMkLst>
        </pc:spChg>
        <pc:picChg chg="add mod">
          <ac:chgData name="mvsaiaakash@gmail.com" userId="e3007ea55add1775" providerId="LiveId" clId="{02D1AF87-DC3A-49BD-A836-78A7D72162CF}" dt="2026-03-08T17:23:35.395" v="230"/>
          <ac:picMkLst>
            <pc:docMk/>
            <pc:sldMk cId="0" sldId="262"/>
            <ac:picMk id="2" creationId="{36A32239-80AF-3335-2765-5980AD79F8E8}"/>
          </ac:picMkLst>
        </pc:picChg>
      </pc:sldChg>
      <pc:sldChg chg="modSp mod">
        <pc:chgData name="mvsaiaakash@gmail.com" userId="e3007ea55add1775" providerId="LiveId" clId="{02D1AF87-DC3A-49BD-A836-78A7D72162CF}" dt="2026-03-08T17:24:03.743" v="232"/>
        <pc:sldMkLst>
          <pc:docMk/>
          <pc:sldMk cId="0" sldId="263"/>
        </pc:sldMkLst>
        <pc:spChg chg="mod">
          <ac:chgData name="mvsaiaakash@gmail.com" userId="e3007ea55add1775" providerId="LiveId" clId="{02D1AF87-DC3A-49BD-A836-78A7D72162CF}" dt="2026-03-08T17:24:03.743" v="232"/>
          <ac:spMkLst>
            <pc:docMk/>
            <pc:sldMk cId="0" sldId="263"/>
            <ac:spMk id="48" creationId="{26E9F5F9-CCF8-6F05-4C01-034C88D7529E}"/>
          </ac:spMkLst>
        </pc:spChg>
      </pc:sldChg>
      <pc:sldChg chg="modSp">
        <pc:chgData name="mvsaiaakash@gmail.com" userId="e3007ea55add1775" providerId="LiveId" clId="{02D1AF87-DC3A-49BD-A836-78A7D72162CF}" dt="2026-03-08T17:24:29.689" v="233"/>
        <pc:sldMkLst>
          <pc:docMk/>
          <pc:sldMk cId="0" sldId="264"/>
        </pc:sldMkLst>
        <pc:spChg chg="mod">
          <ac:chgData name="mvsaiaakash@gmail.com" userId="e3007ea55add1775" providerId="LiveId" clId="{02D1AF87-DC3A-49BD-A836-78A7D72162CF}" dt="2026-03-08T17:24:29.689" v="233"/>
          <ac:spMkLst>
            <pc:docMk/>
            <pc:sldMk cId="0" sldId="264"/>
            <ac:spMk id="44" creationId="{9304C197-EAC7-7A26-FAED-ED7302DBEC6E}"/>
          </ac:spMkLst>
        </pc:spChg>
      </pc:sldChg>
      <pc:sldChg chg="addSp delSp modSp mod">
        <pc:chgData name="mvsaiaakash@gmail.com" userId="e3007ea55add1775" providerId="LiveId" clId="{02D1AF87-DC3A-49BD-A836-78A7D72162CF}" dt="2026-03-22T06:36:19.693" v="399" actId="14100"/>
        <pc:sldMkLst>
          <pc:docMk/>
          <pc:sldMk cId="1998101144" sldId="266"/>
        </pc:sldMkLst>
        <pc:spChg chg="add del">
          <ac:chgData name="mvsaiaakash@gmail.com" userId="e3007ea55add1775" providerId="LiveId" clId="{02D1AF87-DC3A-49BD-A836-78A7D72162CF}" dt="2026-03-08T17:58:24.922" v="257" actId="478"/>
          <ac:spMkLst>
            <pc:docMk/>
            <pc:sldMk cId="1998101144" sldId="266"/>
            <ac:spMk id="34" creationId="{90A2A8C1-A254-99B6-B7B0-C5A8A5BB008F}"/>
          </ac:spMkLst>
        </pc:spChg>
        <pc:spChg chg="add del">
          <ac:chgData name="mvsaiaakash@gmail.com" userId="e3007ea55add1775" providerId="LiveId" clId="{02D1AF87-DC3A-49BD-A836-78A7D72162CF}" dt="2026-03-08T17:58:24.922" v="257" actId="478"/>
          <ac:spMkLst>
            <pc:docMk/>
            <pc:sldMk cId="1998101144" sldId="266"/>
            <ac:spMk id="43" creationId="{35C6402D-9C63-51C1-99A9-4206C0537740}"/>
          </ac:spMkLst>
        </pc:spChg>
        <pc:spChg chg="add del mod">
          <ac:chgData name="mvsaiaakash@gmail.com" userId="e3007ea55add1775" providerId="LiveId" clId="{02D1AF87-DC3A-49BD-A836-78A7D72162CF}" dt="2026-03-08T17:58:44.320" v="260" actId="20577"/>
          <ac:spMkLst>
            <pc:docMk/>
            <pc:sldMk cId="1998101144" sldId="266"/>
            <ac:spMk id="44" creationId="{9EC6A4DA-6D4B-3E6A-CF92-E543DD7AFBF5}"/>
          </ac:spMkLst>
        </pc:spChg>
        <pc:grpChg chg="add del">
          <ac:chgData name="mvsaiaakash@gmail.com" userId="e3007ea55add1775" providerId="LiveId" clId="{02D1AF87-DC3A-49BD-A836-78A7D72162CF}" dt="2026-03-08T17:58:24.922" v="257" actId="478"/>
          <ac:grpSpMkLst>
            <pc:docMk/>
            <pc:sldMk cId="1998101144" sldId="266"/>
            <ac:grpSpMk id="7" creationId="{D8CD5C70-566B-9213-9F31-546BB621CCAF}"/>
          </ac:grpSpMkLst>
        </pc:grpChg>
        <pc:grpChg chg="del">
          <ac:chgData name="mvsaiaakash@gmail.com" userId="e3007ea55add1775" providerId="LiveId" clId="{02D1AF87-DC3A-49BD-A836-78A7D72162CF}" dt="2026-03-08T17:58:22.737" v="256" actId="478"/>
          <ac:grpSpMkLst>
            <pc:docMk/>
            <pc:sldMk cId="1998101144" sldId="266"/>
            <ac:grpSpMk id="10" creationId="{811A371D-2A07-AABC-E66C-143D37E0F12C}"/>
          </ac:grpSpMkLst>
        </pc:grpChg>
        <pc:grpChg chg="add del">
          <ac:chgData name="mvsaiaakash@gmail.com" userId="e3007ea55add1775" providerId="LiveId" clId="{02D1AF87-DC3A-49BD-A836-78A7D72162CF}" dt="2026-03-08T17:58:24.922" v="257" actId="478"/>
          <ac:grpSpMkLst>
            <pc:docMk/>
            <pc:sldMk cId="1998101144" sldId="266"/>
            <ac:grpSpMk id="13" creationId="{4DD3D6A9-1C97-9943-C984-B50356BAE3FF}"/>
          </ac:grpSpMkLst>
        </pc:grpChg>
        <pc:grpChg chg="add del">
          <ac:chgData name="mvsaiaakash@gmail.com" userId="e3007ea55add1775" providerId="LiveId" clId="{02D1AF87-DC3A-49BD-A836-78A7D72162CF}" dt="2026-03-08T17:58:24.922" v="257" actId="478"/>
          <ac:grpSpMkLst>
            <pc:docMk/>
            <pc:sldMk cId="1998101144" sldId="266"/>
            <ac:grpSpMk id="16" creationId="{BE5FF856-5043-C428-B45A-4C00BF9D3418}"/>
          </ac:grpSpMkLst>
        </pc:grpChg>
        <pc:grpChg chg="add del">
          <ac:chgData name="mvsaiaakash@gmail.com" userId="e3007ea55add1775" providerId="LiveId" clId="{02D1AF87-DC3A-49BD-A836-78A7D72162CF}" dt="2026-03-08T17:58:24.922" v="257" actId="478"/>
          <ac:grpSpMkLst>
            <pc:docMk/>
            <pc:sldMk cId="1998101144" sldId="266"/>
            <ac:grpSpMk id="22" creationId="{5A8D3527-DD17-232E-3ECB-BDBFC0FF3DE7}"/>
          </ac:grpSpMkLst>
        </pc:grpChg>
        <pc:grpChg chg="add del">
          <ac:chgData name="mvsaiaakash@gmail.com" userId="e3007ea55add1775" providerId="LiveId" clId="{02D1AF87-DC3A-49BD-A836-78A7D72162CF}" dt="2026-03-08T17:58:24.922" v="257" actId="478"/>
          <ac:grpSpMkLst>
            <pc:docMk/>
            <pc:sldMk cId="1998101144" sldId="266"/>
            <ac:grpSpMk id="28" creationId="{FFA9D0CA-D989-1DF0-9CD9-7BB1BF37D00D}"/>
          </ac:grpSpMkLst>
        </pc:grpChg>
        <pc:grpChg chg="add del">
          <ac:chgData name="mvsaiaakash@gmail.com" userId="e3007ea55add1775" providerId="LiveId" clId="{02D1AF87-DC3A-49BD-A836-78A7D72162CF}" dt="2026-03-08T17:58:24.922" v="257" actId="478"/>
          <ac:grpSpMkLst>
            <pc:docMk/>
            <pc:sldMk cId="1998101144" sldId="266"/>
            <ac:grpSpMk id="31" creationId="{A8A0868D-7450-B2DC-5A6A-A607E39122E3}"/>
          </ac:grpSpMkLst>
        </pc:grpChg>
        <pc:grpChg chg="add">
          <ac:chgData name="mvsaiaakash@gmail.com" userId="e3007ea55add1775" providerId="LiveId" clId="{02D1AF87-DC3A-49BD-A836-78A7D72162CF}" dt="2026-03-08T17:58:24.922" v="257" actId="478"/>
          <ac:grpSpMkLst>
            <pc:docMk/>
            <pc:sldMk cId="1998101144" sldId="266"/>
            <ac:grpSpMk id="35" creationId="{B814A5FC-F17C-8D1A-04C8-1ED6A2AE0E65}"/>
          </ac:grpSpMkLst>
        </pc:grpChg>
        <pc:picChg chg="add del mod">
          <ac:chgData name="mvsaiaakash@gmail.com" userId="e3007ea55add1775" providerId="LiveId" clId="{02D1AF87-DC3A-49BD-A836-78A7D72162CF}" dt="2026-03-22T06:33:08.724" v="396" actId="21"/>
          <ac:picMkLst>
            <pc:docMk/>
            <pc:sldMk cId="1998101144" sldId="266"/>
            <ac:picMk id="3" creationId="{390013E7-7240-8248-3961-AE9E29B679F6}"/>
          </ac:picMkLst>
        </pc:picChg>
        <pc:picChg chg="add mod">
          <ac:chgData name="mvsaiaakash@gmail.com" userId="e3007ea55add1775" providerId="LiveId" clId="{02D1AF87-DC3A-49BD-A836-78A7D72162CF}" dt="2026-03-22T06:36:19.693" v="399" actId="14100"/>
          <ac:picMkLst>
            <pc:docMk/>
            <pc:sldMk cId="1998101144" sldId="266"/>
            <ac:picMk id="5" creationId="{D9BD6D94-11AC-996E-FAD4-0610831628C2}"/>
          </ac:picMkLst>
        </pc:picChg>
      </pc:sldChg>
      <pc:sldChg chg="addSp delSp modSp mod">
        <pc:chgData name="mvsaiaakash@gmail.com" userId="e3007ea55add1775" providerId="LiveId" clId="{02D1AF87-DC3A-49BD-A836-78A7D72162CF}" dt="2026-03-08T17:57:45.429" v="254"/>
        <pc:sldMkLst>
          <pc:docMk/>
          <pc:sldMk cId="47544820" sldId="267"/>
        </pc:sldMkLst>
        <pc:picChg chg="add mod">
          <ac:chgData name="mvsaiaakash@gmail.com" userId="e3007ea55add1775" providerId="LiveId" clId="{02D1AF87-DC3A-49BD-A836-78A7D72162CF}" dt="2026-03-08T17:57:45.429" v="254"/>
          <ac:picMkLst>
            <pc:docMk/>
            <pc:sldMk cId="47544820" sldId="267"/>
            <ac:picMk id="6" creationId="{EF1145C9-8DB7-CAB6-EB3A-A463ECA5A68E}"/>
          </ac:picMkLst>
        </pc:picChg>
      </pc:sldChg>
      <pc:sldChg chg="addSp delSp modSp add del mod">
        <pc:chgData name="mvsaiaakash@gmail.com" userId="e3007ea55add1775" providerId="LiveId" clId="{02D1AF87-DC3A-49BD-A836-78A7D72162CF}" dt="2026-03-08T17:57:27.647" v="251"/>
        <pc:sldMkLst>
          <pc:docMk/>
          <pc:sldMk cId="3981187392" sldId="269"/>
        </pc:sldMkLst>
        <pc:picChg chg="add mod">
          <ac:chgData name="mvsaiaakash@gmail.com" userId="e3007ea55add1775" providerId="LiveId" clId="{02D1AF87-DC3A-49BD-A836-78A7D72162CF}" dt="2026-03-08T17:57:25.428" v="249"/>
          <ac:picMkLst>
            <pc:docMk/>
            <pc:sldMk cId="3981187392" sldId="269"/>
            <ac:picMk id="2" creationId="{91D32D06-4218-3FAD-9489-02B33B8EEE22}"/>
          </ac:picMkLst>
        </pc:picChg>
      </pc:sldChg>
      <pc:sldChg chg="addSp modSp mod">
        <pc:chgData name="mvsaiaakash@gmail.com" userId="e3007ea55add1775" providerId="LiveId" clId="{02D1AF87-DC3A-49BD-A836-78A7D72162CF}" dt="2026-03-08T17:56:54.526" v="245" actId="255"/>
        <pc:sldMkLst>
          <pc:docMk/>
          <pc:sldMk cId="1838976791" sldId="270"/>
        </pc:sldMkLst>
        <pc:spChg chg="add mod">
          <ac:chgData name="mvsaiaakash@gmail.com" userId="e3007ea55add1775" providerId="LiveId" clId="{02D1AF87-DC3A-49BD-A836-78A7D72162CF}" dt="2026-03-08T17:56:54.526" v="245" actId="255"/>
          <ac:spMkLst>
            <pc:docMk/>
            <pc:sldMk cId="1838976791" sldId="270"/>
            <ac:spMk id="4" creationId="{F3795CA3-5560-C27B-3036-534CCB79211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09-03-2026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M.V SAI AAKASH – VTU26363 – 23UECS1126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a:t>
            </a:r>
            <a:r>
              <a:rPr lang="en-US" sz="2000" b="1">
                <a:latin typeface="Cambria" panose="02040503050406030204" pitchFamily="18" charset="0"/>
                <a:ea typeface="Cambria" panose="02040503050406030204" pitchFamily="18" charset="0"/>
              </a:rPr>
              <a:t>Quality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84470" y="1952203"/>
            <a:ext cx="15082325" cy="6001643"/>
          </a:xfrm>
          <a:prstGeom prst="rect">
            <a:avLst/>
          </a:prstGeom>
          <a:noFill/>
        </p:spPr>
        <p:txBody>
          <a:bodyPr wrap="square" rtlCol="0">
            <a:spAutoFit/>
          </a:bodyPr>
          <a:lstStyle/>
          <a:p>
            <a:pPr algn="just"/>
            <a:r>
              <a:rPr lang="en-US" sz="3200" dirty="0"/>
              <a:t>In many modern applications, users work simultaneously on shared data, making real-time synchronization a crucial requirement. Traditional web systems often require manual page refreshes to view updates, which leads to delays and inconsistent information. This project addresses the problem by providing a system where event updates are instantly reflected across all connected users. The </a:t>
            </a:r>
            <a:r>
              <a:rPr lang="en-US" sz="3200" b="1" dirty="0"/>
              <a:t>Real-Time Event Synchronization Engine</a:t>
            </a:r>
            <a:r>
              <a:rPr lang="en-US" sz="3200" dirty="0"/>
              <a:t> ensures that whenever an event is created, modified, or deleted, the changes are automatically synchronized in real time. This improves collaboration, efficiency, and user experience. Such systems are widely used in applications like collaborative tools, live dashboards, shared calendars, and online platforms. The system is built using technologies like Node.js, Express.js, and MongoDB to manage and synchronize event data effectively. Overall, this project demonstrates how real-time communication can enhance modern web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sp>
        <p:nvSpPr>
          <p:cNvPr id="4" name="Rectangle 3">
            <a:extLst>
              <a:ext uri="{FF2B5EF4-FFF2-40B4-BE49-F238E27FC236}">
                <a16:creationId xmlns:a16="http://schemas.microsoft.com/office/drawing/2014/main" id="{793E4812-A306-2A56-94F5-F6D6775D48C6}"/>
              </a:ext>
            </a:extLst>
          </p:cNvPr>
          <p:cNvSpPr>
            <a:spLocks noChangeArrowheads="1"/>
          </p:cNvSpPr>
          <p:nvPr/>
        </p:nvSpPr>
        <p:spPr bwMode="auto">
          <a:xfrm rot="10800000" flipV="1">
            <a:off x="1750709" y="2753946"/>
            <a:ext cx="1565493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Many existing systems do not provide real-time updates when multiple users work on the same data.</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Users must manually refresh the page to see changes made by others.</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This creates delays and inconsistent information across different users.</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Managing events becomes difficult when updates are not instantly synchronized.</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Lack of real-time communication reduces collaboration efficiency.</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may also lead to data conflicts when multiple users modify events simultaneously.</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Therefore, there is a need for a system that automatically synchronizes event updates in real time.</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Real-Time Event Synchronization Engine can solve this problem by ensuring instant updates and better data consistency.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25D069FA-122B-7C24-7496-9D2120C28E0B}"/>
              </a:ext>
            </a:extLst>
          </p:cNvPr>
          <p:cNvSpPr>
            <a:spLocks noChangeArrowheads="1"/>
          </p:cNvSpPr>
          <p:nvPr/>
        </p:nvSpPr>
        <p:spPr bwMode="auto">
          <a:xfrm rot="10800000" flipV="1">
            <a:off x="1794863" y="2417691"/>
            <a:ext cx="1649313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To design and develop</a:t>
            </a:r>
            <a:r>
              <a:rPr kumimoji="0" lang="en-US" altLang="en-US" sz="3200" b="0" i="0" u="none" strike="noStrike" cap="none" normalizeH="0" baseline="0" dirty="0">
                <a:ln>
                  <a:noFill/>
                </a:ln>
                <a:solidFill>
                  <a:schemeClr val="tx1"/>
                </a:solidFill>
                <a:effectLst/>
                <a:latin typeface="Arial" panose="020B0604020202020204" pitchFamily="34" charset="0"/>
              </a:rPr>
              <a:t> a real-time event synchronization system that allows multiple users to create, update, and manage events simultaneously.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To implement</a:t>
            </a:r>
            <a:r>
              <a:rPr kumimoji="0" lang="en-US" altLang="en-US" sz="3200" b="0" i="0" u="none" strike="noStrike" cap="none" normalizeH="0" baseline="0" dirty="0">
                <a:ln>
                  <a:noFill/>
                </a:ln>
                <a:solidFill>
                  <a:schemeClr val="tx1"/>
                </a:solidFill>
                <a:effectLst/>
                <a:latin typeface="Arial" panose="020B0604020202020204" pitchFamily="34" charset="0"/>
              </a:rPr>
              <a:t> instant data synchronization so that all event changes are automatically updated across connected clients without page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5163422" y="9440882"/>
            <a:ext cx="12128703" cy="523220"/>
          </a:xfrm>
          <a:prstGeom prst="rect">
            <a:avLst/>
          </a:prstGeom>
          <a:noFill/>
        </p:spPr>
        <p:txBody>
          <a:bodyPr wrap="square" rtlCol="0">
            <a:spAutoFit/>
          </a:bodyPr>
          <a:lstStyle/>
          <a:p>
            <a:pPr marL="457200" indent="-457200">
              <a:buFontTx/>
              <a:buChar char="-"/>
            </a:pPr>
            <a:endParaRPr lang="en-IN" sz="2800" dirty="0"/>
          </a:p>
        </p:txBody>
      </p:sp>
      <p:sp>
        <p:nvSpPr>
          <p:cNvPr id="2" name="Rectangle 1">
            <a:extLst>
              <a:ext uri="{FF2B5EF4-FFF2-40B4-BE49-F238E27FC236}">
                <a16:creationId xmlns:a16="http://schemas.microsoft.com/office/drawing/2014/main" id="{54CC734F-61EA-8EB3-A5A9-AC1BE74EB1C2}"/>
              </a:ext>
            </a:extLst>
          </p:cNvPr>
          <p:cNvSpPr>
            <a:spLocks noChangeArrowheads="1"/>
          </p:cNvSpPr>
          <p:nvPr/>
        </p:nvSpPr>
        <p:spPr bwMode="auto">
          <a:xfrm rot="10800000" flipV="1">
            <a:off x="1794862" y="1760759"/>
            <a:ext cx="14969137"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provides a real-time platform where multiple users can create, update, and delete events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It uses WebSocket-based communication to instantly synchronize data between the server and all connected clients.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Whenever an event is modified by one user, the update is automatically broadcast to all other users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stores event data securely in a database to maintain consistency and 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This solution eliminates the need for manual page refresh to view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It improves collaboration by ensuring that all users always see the latest event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reduces data conflicts that occur when multiple users work on the same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Compared to traditional systems, it provides faster updates, better efficiency, and an improved user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3657600" y="-5709302"/>
            <a:ext cx="15082325" cy="8279190"/>
          </a:xfrm>
          <a:prstGeom prst="rect">
            <a:avLst/>
          </a:prstGeom>
          <a:noFill/>
        </p:spPr>
        <p:txBody>
          <a:bodyPr wrap="square" rtlCol="0">
            <a:spAutoFit/>
          </a:bodyPr>
          <a:lstStyle/>
          <a:p>
            <a:pPr marL="457200" indent="-457200">
              <a:buFontTx/>
              <a:buChar char="-"/>
            </a:pPr>
            <a:r>
              <a:rPr lang="en-US" sz="2800" dirty="0"/>
              <a:t>(Insert block diagram)  -</a:t>
            </a:r>
          </a:p>
          <a:p>
            <a:pPr marL="457200" indent="-457200">
              <a:buFontTx/>
              <a:buChar char="-"/>
            </a:pPr>
            <a:endParaRPr lang="en-US" sz="2800" dirty="0"/>
          </a:p>
          <a:p>
            <a:pPr marL="457200" indent="-457200">
              <a:buFontTx/>
              <a:buChar char="-"/>
            </a:pPr>
            <a:r>
              <a:rPr lang="en-US" sz="2800" dirty="0"/>
              <a:t>Explain:</a:t>
            </a:r>
          </a:p>
          <a:p>
            <a:pPr marL="1371600" lvl="2" indent="-457200">
              <a:buFont typeface="Wingdings" panose="05000000000000000000" pitchFamily="2" charset="2"/>
              <a:buChar char="Ø"/>
            </a:pPr>
            <a:r>
              <a:rPr lang="en-US" sz="2800" dirty="0"/>
              <a:t>Input</a:t>
            </a:r>
          </a:p>
          <a:p>
            <a:pPr marL="1371600" lvl="2" indent="-457200">
              <a:buFont typeface="Wingdings" panose="05000000000000000000" pitchFamily="2" charset="2"/>
              <a:buChar char="Ø"/>
            </a:pPr>
            <a:r>
              <a:rPr lang="en-US" sz="2800" dirty="0"/>
              <a:t>Processing</a:t>
            </a:r>
          </a:p>
          <a:p>
            <a:pPr marL="1371600" lvl="2" indent="-457200">
              <a:buFont typeface="Wingdings" panose="05000000000000000000" pitchFamily="2" charset="2"/>
              <a:buChar char="Ø"/>
            </a:pPr>
            <a:r>
              <a:rPr lang="en-US" sz="2800" dirty="0"/>
              <a:t>Database</a:t>
            </a:r>
          </a:p>
          <a:p>
            <a:pPr marL="1371600" lvl="2" indent="-457200">
              <a:buFont typeface="Wingdings" panose="05000000000000000000" pitchFamily="2" charset="2"/>
              <a:buChar char="Ø"/>
            </a:pPr>
            <a:r>
              <a:rPr lang="en-US" sz="2800" dirty="0"/>
              <a:t>Output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8C7AE29-8B0D-E87E-F050-C134C3109370}"/>
              </a:ext>
            </a:extLst>
          </p:cNvPr>
          <p:cNvPicPr>
            <a:picLocks noChangeAspect="1"/>
          </p:cNvPicPr>
          <p:nvPr/>
        </p:nvPicPr>
        <p:blipFill>
          <a:blip r:embed="rId4"/>
          <a:stretch>
            <a:fillRect/>
          </a:stretch>
        </p:blipFill>
        <p:spPr>
          <a:xfrm>
            <a:off x="2590800" y="1291822"/>
            <a:ext cx="14745691" cy="84998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36A32239-80AF-3335-2765-5980AD79F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7417415"/>
          </a:xfrm>
          <a:prstGeom prst="rect">
            <a:avLst/>
          </a:prstGeom>
          <a:noFill/>
        </p:spPr>
        <p:txBody>
          <a:bodyPr wrap="square" rtlCol="0">
            <a:spAutoFit/>
          </a:bodyPr>
          <a:lstStyle/>
          <a:p>
            <a:r>
              <a:rPr lang="en-US" sz="2800">
                <a:solidFill>
                  <a:srgbClr val="0033CC"/>
                </a:solidFill>
              </a:rPr>
              <a:t>Frontend:</a:t>
            </a:r>
          </a:p>
          <a:p>
            <a:r>
              <a:rPr lang="en-IN" sz="2800"/>
              <a:t>1 . HTML5</a:t>
            </a:r>
          </a:p>
          <a:p>
            <a:r>
              <a:rPr lang="en-IN" sz="2800"/>
              <a:t>2 . CSS3</a:t>
            </a:r>
          </a:p>
          <a:p>
            <a:r>
              <a:rPr lang="en-IN" sz="2800"/>
              <a:t>3 . JavaScript</a:t>
            </a:r>
          </a:p>
          <a:p>
            <a:endParaRPr lang="en-IN" sz="2800"/>
          </a:p>
          <a:p>
            <a:r>
              <a:rPr lang="en-US" sz="2800">
                <a:solidFill>
                  <a:srgbClr val="0033CC"/>
                </a:solidFill>
              </a:rPr>
              <a:t>Backend:</a:t>
            </a:r>
          </a:p>
          <a:p>
            <a:r>
              <a:rPr lang="en-IN" sz="2800"/>
              <a:t>1 . PHP </a:t>
            </a:r>
          </a:p>
          <a:p>
            <a:r>
              <a:rPr lang="en-IN" sz="2800"/>
              <a:t>2 . MySQL</a:t>
            </a:r>
          </a:p>
          <a:p>
            <a:r>
              <a:rPr lang="en-IN" sz="2800"/>
              <a:t>3 . Apache</a:t>
            </a:r>
          </a:p>
          <a:p>
            <a:endParaRPr lang="en-IN" sz="2800"/>
          </a:p>
          <a:p>
            <a:r>
              <a:rPr lang="en-US" sz="2800">
                <a:solidFill>
                  <a:srgbClr val="0033CC"/>
                </a:solidFill>
              </a:rPr>
              <a:t>Tools:</a:t>
            </a:r>
            <a:endParaRPr lang="en-IN" sz="2800"/>
          </a:p>
          <a:p>
            <a:r>
              <a:rPr lang="en-IN" sz="2800"/>
              <a:t>1 . XAMPP Server</a:t>
            </a:r>
          </a:p>
          <a:p>
            <a:r>
              <a:rPr lang="en-IN" sz="2800"/>
              <a:t>2 . Visual Studio Code</a:t>
            </a:r>
          </a:p>
          <a:p>
            <a:endParaRPr lang="en-IN" sz="2800"/>
          </a:p>
          <a:p>
            <a:r>
              <a:rPr lang="en-US" sz="2800">
                <a:solidFill>
                  <a:srgbClr val="0033CC"/>
                </a:solidFill>
              </a:rPr>
              <a:t>Software Requirements</a:t>
            </a:r>
            <a:r>
              <a:rPr lang="en-US" sz="2800"/>
              <a:t>:</a:t>
            </a:r>
          </a:p>
          <a:p>
            <a:r>
              <a:rPr lang="en-IN" sz="2800"/>
              <a:t>1 . Windows</a:t>
            </a:r>
          </a:p>
          <a:p>
            <a:r>
              <a:rPr lang="en-IN" sz="2800"/>
              <a:t>2 . Web Browser</a:t>
            </a: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5" name="Picture 4">
            <a:extLst>
              <a:ext uri="{FF2B5EF4-FFF2-40B4-BE49-F238E27FC236}">
                <a16:creationId xmlns:a16="http://schemas.microsoft.com/office/drawing/2014/main" id="{D9BD6D94-11AC-996E-FAD4-0610831628C2}"/>
              </a:ext>
            </a:extLst>
          </p:cNvPr>
          <p:cNvPicPr>
            <a:picLocks noChangeAspect="1"/>
          </p:cNvPicPr>
          <p:nvPr/>
        </p:nvPicPr>
        <p:blipFill>
          <a:blip r:embed="rId4"/>
          <a:stretch>
            <a:fillRect/>
          </a:stretch>
        </p:blipFill>
        <p:spPr>
          <a:xfrm>
            <a:off x="1826127" y="2015464"/>
            <a:ext cx="15599524" cy="747204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1D32D06-4218-3FAD-9489-02B33B8EEE22}"/>
              </a:ext>
            </a:extLst>
          </p:cNvPr>
          <p:cNvPicPr>
            <a:picLocks noChangeAspect="1"/>
          </p:cNvPicPr>
          <p:nvPr/>
        </p:nvPicPr>
        <p:blipFill>
          <a:blip r:embed="rId4"/>
          <a:stretch>
            <a:fillRect/>
          </a:stretch>
        </p:blipFill>
        <p:spPr>
          <a:xfrm>
            <a:off x="1860055" y="1982349"/>
            <a:ext cx="16416937" cy="649654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EF1145C9-8DB7-CAB6-EB3A-A463ECA5A68E}"/>
              </a:ext>
            </a:extLst>
          </p:cNvPr>
          <p:cNvPicPr>
            <a:picLocks noChangeAspect="1"/>
          </p:cNvPicPr>
          <p:nvPr/>
        </p:nvPicPr>
        <p:blipFill>
          <a:blip r:embed="rId4"/>
          <a:stretch>
            <a:fillRect/>
          </a:stretch>
        </p:blipFill>
        <p:spPr>
          <a:xfrm>
            <a:off x="1870048" y="1888642"/>
            <a:ext cx="16228701" cy="661233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795CA3-5560-C27B-3036-534CCB792119}"/>
              </a:ext>
            </a:extLst>
          </p:cNvPr>
          <p:cNvSpPr txBox="1"/>
          <p:nvPr/>
        </p:nvSpPr>
        <p:spPr>
          <a:xfrm>
            <a:off x="2043686" y="2247900"/>
            <a:ext cx="19024988" cy="6986528"/>
          </a:xfrm>
          <a:prstGeom prst="rect">
            <a:avLst/>
          </a:prstGeom>
          <a:noFill/>
        </p:spPr>
        <p:txBody>
          <a:bodyPr wrap="square">
            <a:spAutoFit/>
          </a:bodyPr>
          <a:lstStyle/>
          <a:p>
            <a:r>
              <a:rPr lang="en-US" sz="3200" b="1" dirty="0">
                <a:solidFill>
                  <a:srgbClr val="0033CC"/>
                </a:solidFill>
              </a:rPr>
              <a:t>Advantages:</a:t>
            </a:r>
          </a:p>
          <a:p>
            <a:endParaRPr lang="en-US" sz="3200" b="1" dirty="0">
              <a:solidFill>
                <a:srgbClr val="0033CC"/>
              </a:solidFill>
            </a:endParaRPr>
          </a:p>
          <a:p>
            <a:r>
              <a:rPr lang="en-IN" sz="3200" dirty="0"/>
              <a:t>1 . Instant Event Updates.</a:t>
            </a:r>
          </a:p>
          <a:p>
            <a:r>
              <a:rPr lang="en-IN" sz="3200" dirty="0"/>
              <a:t>2 . No Manual Page Refresh.</a:t>
            </a:r>
          </a:p>
          <a:p>
            <a:r>
              <a:rPr lang="en-IN" sz="3200" dirty="0"/>
              <a:t>3 . Prevents Scheduling Conflicts.</a:t>
            </a:r>
          </a:p>
          <a:p>
            <a:r>
              <a:rPr lang="en-IN" sz="3200" dirty="0"/>
              <a:t>4 . Improved User Experience.</a:t>
            </a:r>
          </a:p>
          <a:p>
            <a:r>
              <a:rPr lang="en-IN" sz="3200" dirty="0"/>
              <a:t>5 . Scalable System.</a:t>
            </a:r>
          </a:p>
          <a:p>
            <a:endParaRPr lang="en-IN" sz="3200" b="1" dirty="0">
              <a:solidFill>
                <a:srgbClr val="0033CC"/>
              </a:solidFill>
            </a:endParaRPr>
          </a:p>
          <a:p>
            <a:r>
              <a:rPr lang="en-US" sz="3200" b="1" dirty="0">
                <a:solidFill>
                  <a:srgbClr val="0033CC"/>
                </a:solidFill>
              </a:rPr>
              <a:t>Limitations:</a:t>
            </a:r>
          </a:p>
          <a:p>
            <a:endParaRPr lang="en-US" sz="3200" b="1" dirty="0">
              <a:solidFill>
                <a:srgbClr val="0033CC"/>
              </a:solidFill>
            </a:endParaRPr>
          </a:p>
          <a:p>
            <a:r>
              <a:rPr lang="en-IN" sz="3200" dirty="0"/>
              <a:t>1 . Requires Stable Internet Connection.</a:t>
            </a:r>
          </a:p>
          <a:p>
            <a:r>
              <a:rPr lang="en-IN" sz="3200" dirty="0"/>
              <a:t>2 . WebSocket Configuration Complexity.</a:t>
            </a:r>
          </a:p>
          <a:p>
            <a:r>
              <a:rPr lang="en-US" sz="3200" dirty="0"/>
              <a:t>3 . Security Challenges in Real-Time Systems.</a:t>
            </a:r>
          </a:p>
          <a:p>
            <a:r>
              <a:rPr lang="en-IN" sz="3200" dirty="0"/>
              <a:t>4 . Server Load Handling Required.</a:t>
            </a:r>
            <a:endParaRPr lang="en-US" sz="3200" b="1" dirty="0">
              <a:solidFill>
                <a:srgbClr val="0033CC"/>
              </a:solidFill>
            </a:endParaRP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843</Words>
  <Application>Microsoft Office PowerPoint</Application>
  <PresentationFormat>Custom</PresentationFormat>
  <Paragraphs>235</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Bookman Old Style</vt:lpstr>
      <vt:lpstr>Gotham Bold Italics</vt:lpstr>
      <vt:lpstr>Gotham</vt:lpstr>
      <vt:lpstr>Arial</vt:lpstr>
      <vt:lpstr>Calibri</vt:lpstr>
      <vt:lpstr>Times New Roman</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mvsaiaakash@gmail.com</cp:lastModifiedBy>
  <cp:revision>10</cp:revision>
  <dcterms:created xsi:type="dcterms:W3CDTF">2006-08-16T00:00:00Z</dcterms:created>
  <dcterms:modified xsi:type="dcterms:W3CDTF">2026-03-22T06:36:19Z</dcterms:modified>
  <dc:identifier>DAHCaYqJ9OU</dc:identifier>
</cp:coreProperties>
</file>